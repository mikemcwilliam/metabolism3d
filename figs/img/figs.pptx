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58"/>
  </p:normalViewPr>
  <p:slideViewPr>
    <p:cSldViewPr snapToGrid="0">
      <p:cViewPr varScale="1">
        <p:scale>
          <a:sx n="120" d="100"/>
          <a:sy n="120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DF42-7022-7BBF-AFD4-013AD14D1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6466C-F6F9-5DA1-202D-FE3E19000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FDC2F-D32A-F846-B9CF-FB5A7481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42B57-B204-6612-FF27-D6E446F7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A29CC-F6BA-85F2-4CE4-E730044B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53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1FC1F-BD99-D84D-CBF8-C0BF4437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3138-9D2A-FEA3-5D7A-BB4E7D7BC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D3866-B5DE-E57E-84A5-950A5B73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EFCB9-7C20-A36F-4EAF-8CFC039F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5B26E-1873-5E57-B5B3-C3BD184A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74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8550-1B5D-68C4-E74B-8F1F587D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9D7FF-1C0B-A6A9-4764-D1FC3321E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01D21-BE4B-D865-9174-BE0AE9A2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02DA3-1CA9-D38F-20F4-FBD5DE444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94B0-2A0C-7A95-8286-E3624084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6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3597-F420-695E-9442-F54F09C7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F49E4-CA5B-575E-087E-F9150C833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9AE38-0877-44F3-7C04-37527E5C8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21D94-3634-4A9C-2481-E83337AE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EC1B0-C065-47A9-77D4-7EDB9575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FF10F-2792-E840-2866-8B3E4D38E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36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338A-A2A0-AB96-B0A4-C84A61A6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BF3EF-CF9E-BE9D-91B2-439252646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064D4-5039-5B41-1817-F0EEA2BDF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86C10-60F7-474F-C2A2-81E1EED95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DF0A20-83C8-10EB-2D3E-D850F01DB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22E3BD-84F5-12A5-3F3F-264F6E392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18405A-C8B5-8D4F-4012-C6BEB75C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BBDDA1-4AFE-7A27-6D1D-6D6364315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58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3A0F-41CA-9471-3904-3A72406D3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FC082A-EA56-E1C6-C310-0F62A68F0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4BA80-3EA4-B500-02BD-13806DF0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C84E1-EF84-4AB7-0B21-F65AE83E4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02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09FF3-ECAD-0F36-9DFD-4B2A4E9D6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11C25E-338B-3CC8-C0BF-3B60E807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166FC-9AF5-9860-888F-CB7E250C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901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0EFF-F368-2843-E024-AE7B9E270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41EEC-E3D1-709F-89ED-27E14F6DD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98F7A-F671-3A84-E3C0-A1F11EA74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04419C-A91C-E446-4CE4-DDCFAE39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791FA-9987-8142-BC00-774625A7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B3C93-E5AA-4D0C-9787-9B840639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80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CF72-26B4-0ACF-A860-EDF16CF7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8BD4EC-43CD-9281-7387-05FC01188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E23EB-16DF-3B7C-21E6-82438579F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4906F-35C2-9721-28DA-224A849E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DA53F-E4E1-230C-BA19-CABA4C3E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88648-15F3-8B21-545F-FD05F26AE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8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1F60E-976C-9FF9-10A2-766F2FDFE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0BEB33-667A-1AE6-8C24-A6010961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21FB7-59CD-4FCF-7E15-3982BE51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8F19A-B306-FAF4-5426-1D8D0240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42CD1-8E92-3594-72F2-B24472BD9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1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0EBBD2-8554-BB35-2BA5-A694D004D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0B0BA-0068-9354-2602-93F34A137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C3446-8533-8B9B-3FAF-5CFEF6EB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3E741-3753-66D5-E0BF-0BF06FD8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EC638-1CF8-AD32-AF74-081DAAE4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5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12CA6-6DDE-DE56-B269-851777CD6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97AB3-63E4-A2B4-1044-53F611A5C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E3821-F631-40A1-B5D8-738049D78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4827B-7B5E-F34D-8202-4BDAD6141DE9}" type="datetimeFigureOut">
              <a:rPr lang="en-US" smtClean="0"/>
              <a:t>5/30/25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E4853-24AD-6F54-FCA3-355EE92FD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5F87A-18EE-21F2-B15C-6964500DC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E47DF7-3F0E-BB46-9ED2-04591A19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8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oat in the water&#10;&#10;AI-generated content may be incorrect.">
            <a:extLst>
              <a:ext uri="{FF2B5EF4-FFF2-40B4-BE49-F238E27FC236}">
                <a16:creationId xmlns:a16="http://schemas.microsoft.com/office/drawing/2014/main" id="{80DD9BFB-1F01-EB67-59FE-FE60DC46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784" r="11101" b="23921"/>
          <a:stretch>
            <a:fillRect/>
          </a:stretch>
        </p:blipFill>
        <p:spPr>
          <a:xfrm>
            <a:off x="7124700" y="925138"/>
            <a:ext cx="2836198" cy="1445043"/>
          </a:xfrm>
          <a:prstGeom prst="rect">
            <a:avLst/>
          </a:prstGeom>
        </p:spPr>
      </p:pic>
      <p:pic>
        <p:nvPicPr>
          <p:cNvPr id="9" name="Picture 8" descr="A plastic bag in the ocean&#10;&#10;AI-generated content may be incorrect.">
            <a:extLst>
              <a:ext uri="{FF2B5EF4-FFF2-40B4-BE49-F238E27FC236}">
                <a16:creationId xmlns:a16="http://schemas.microsoft.com/office/drawing/2014/main" id="{2DBD1848-7255-0879-6F81-A98B85B535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12" t="21628" r="27343"/>
          <a:stretch>
            <a:fillRect/>
          </a:stretch>
        </p:blipFill>
        <p:spPr>
          <a:xfrm>
            <a:off x="5136010" y="927168"/>
            <a:ext cx="1747390" cy="1443013"/>
          </a:xfrm>
          <a:prstGeom prst="rect">
            <a:avLst/>
          </a:prstGeom>
        </p:spPr>
      </p:pic>
      <p:pic>
        <p:nvPicPr>
          <p:cNvPr id="15" name="Picture 14" descr="A diagram of a respiration&#10;&#10;AI-generated content may be incorrect.">
            <a:extLst>
              <a:ext uri="{FF2B5EF4-FFF2-40B4-BE49-F238E27FC236}">
                <a16:creationId xmlns:a16="http://schemas.microsoft.com/office/drawing/2014/main" id="{7245501C-186D-9CCA-9F52-6DC841956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100" y="2732638"/>
            <a:ext cx="10045700" cy="3235230"/>
          </a:xfrm>
          <a:prstGeom prst="rect">
            <a:avLst/>
          </a:prstGeom>
        </p:spPr>
      </p:pic>
      <p:pic>
        <p:nvPicPr>
          <p:cNvPr id="17" name="Picture 16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EFD22713-AA34-1595-268F-635E5A1EA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2785" y="801232"/>
            <a:ext cx="279400" cy="292100"/>
          </a:xfrm>
          <a:prstGeom prst="rect">
            <a:avLst/>
          </a:prstGeom>
        </p:spPr>
      </p:pic>
      <p:pic>
        <p:nvPicPr>
          <p:cNvPr id="19" name="Picture 1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84B0937-A53B-4B3A-92D4-A2C7288EFE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2842"/>
          <a:stretch>
            <a:fillRect/>
          </a:stretch>
        </p:blipFill>
        <p:spPr>
          <a:xfrm>
            <a:off x="4921250" y="602593"/>
            <a:ext cx="2349500" cy="214537"/>
          </a:xfrm>
          <a:prstGeom prst="rect">
            <a:avLst/>
          </a:prstGeom>
        </p:spPr>
      </p:pic>
      <p:pic>
        <p:nvPicPr>
          <p:cNvPr id="21" name="Picture 20" descr="Diagram of a diagram of a sea creature&#10;&#10;AI-generated content may be incorrect.">
            <a:extLst>
              <a:ext uri="{FF2B5EF4-FFF2-40B4-BE49-F238E27FC236}">
                <a16:creationId xmlns:a16="http://schemas.microsoft.com/office/drawing/2014/main" id="{0681CFE3-CA6A-90F0-77CE-BB010E9BFB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6060" y="730046"/>
            <a:ext cx="3277890" cy="17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4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52FBD-2AE1-799D-93E7-9A4572E5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A diagram of different types of rgb&#10;&#10;AI-generated content may be incorrect.">
            <a:extLst>
              <a:ext uri="{FF2B5EF4-FFF2-40B4-BE49-F238E27FC236}">
                <a16:creationId xmlns:a16="http://schemas.microsoft.com/office/drawing/2014/main" id="{3592B4DD-4263-0CA1-4881-13D1B2D52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51" y="12192"/>
            <a:ext cx="11054989" cy="6625590"/>
          </a:xfrm>
          <a:prstGeom prst="rect">
            <a:avLst/>
          </a:prstGeom>
        </p:spPr>
      </p:pic>
      <p:pic>
        <p:nvPicPr>
          <p:cNvPr id="5" name="Picture 4" descr="A coral on a rock&#10;&#10;AI-generated content may be incorrect.">
            <a:extLst>
              <a:ext uri="{FF2B5EF4-FFF2-40B4-BE49-F238E27FC236}">
                <a16:creationId xmlns:a16="http://schemas.microsoft.com/office/drawing/2014/main" id="{A4311E6D-A74F-98A1-3FF3-D58E50951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647" y="4933881"/>
            <a:ext cx="1917612" cy="1401332"/>
          </a:xfrm>
          <a:prstGeom prst="rect">
            <a:avLst/>
          </a:prstGeom>
        </p:spPr>
      </p:pic>
      <p:pic>
        <p:nvPicPr>
          <p:cNvPr id="8" name="Picture 7" descr="A close up of a coral&#10;&#10;AI-generated content may be incorrect.">
            <a:extLst>
              <a:ext uri="{FF2B5EF4-FFF2-40B4-BE49-F238E27FC236}">
                <a16:creationId xmlns:a16="http://schemas.microsoft.com/office/drawing/2014/main" id="{D9D7F76A-25EE-571E-BD37-22BC265F5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813" y="4608003"/>
            <a:ext cx="1917613" cy="1146606"/>
          </a:xfrm>
          <a:prstGeom prst="rect">
            <a:avLst/>
          </a:prstGeom>
        </p:spPr>
      </p:pic>
      <p:pic>
        <p:nvPicPr>
          <p:cNvPr id="13" name="Picture 12" descr="A coral on a rock&#10;&#10;Description automatically generated">
            <a:extLst>
              <a:ext uri="{FF2B5EF4-FFF2-40B4-BE49-F238E27FC236}">
                <a16:creationId xmlns:a16="http://schemas.microsoft.com/office/drawing/2014/main" id="{71E0154D-1C7E-F9B5-A529-288CF7AB9E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816" y="4241898"/>
            <a:ext cx="1798696" cy="1483768"/>
          </a:xfrm>
          <a:prstGeom prst="rect">
            <a:avLst/>
          </a:prstGeom>
        </p:spPr>
      </p:pic>
      <p:pic>
        <p:nvPicPr>
          <p:cNvPr id="21" name="Picture 20" descr="A rock with a black background&#10;&#10;Description automatically generated">
            <a:extLst>
              <a:ext uri="{FF2B5EF4-FFF2-40B4-BE49-F238E27FC236}">
                <a16:creationId xmlns:a16="http://schemas.microsoft.com/office/drawing/2014/main" id="{7CD7B55A-5E4E-51B2-FAC0-7780AE6BB2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4703" y="3832204"/>
            <a:ext cx="1591222" cy="1314106"/>
          </a:xfrm>
          <a:prstGeom prst="rect">
            <a:avLst/>
          </a:prstGeom>
        </p:spPr>
      </p:pic>
      <p:pic>
        <p:nvPicPr>
          <p:cNvPr id="22" name="Picture 21" descr="A close-up of a coral&#10;&#10;Description automatically generated">
            <a:extLst>
              <a:ext uri="{FF2B5EF4-FFF2-40B4-BE49-F238E27FC236}">
                <a16:creationId xmlns:a16="http://schemas.microsoft.com/office/drawing/2014/main" id="{8C85A36D-DF77-5AF9-896A-04C9255F37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7771" y="3885865"/>
            <a:ext cx="1663596" cy="1159733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137C73C-9A57-0181-D313-31A0E3F9218A}"/>
              </a:ext>
            </a:extLst>
          </p:cNvPr>
          <p:cNvCxnSpPr>
            <a:cxnSpLocks/>
          </p:cNvCxnSpPr>
          <p:nvPr/>
        </p:nvCxnSpPr>
        <p:spPr>
          <a:xfrm>
            <a:off x="3048000" y="4655413"/>
            <a:ext cx="19486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FB4C5E-0A63-C218-0149-A7D6C931D07D}"/>
              </a:ext>
            </a:extLst>
          </p:cNvPr>
          <p:cNvCxnSpPr>
            <a:cxnSpLocks/>
          </p:cNvCxnSpPr>
          <p:nvPr/>
        </p:nvCxnSpPr>
        <p:spPr>
          <a:xfrm>
            <a:off x="2213113" y="5091443"/>
            <a:ext cx="139664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A3D11F9-18D2-AFBA-4FC5-E72E96804DED}"/>
              </a:ext>
            </a:extLst>
          </p:cNvPr>
          <p:cNvCxnSpPr>
            <a:cxnSpLocks/>
          </p:cNvCxnSpPr>
          <p:nvPr/>
        </p:nvCxnSpPr>
        <p:spPr>
          <a:xfrm flipH="1">
            <a:off x="7490452" y="5237032"/>
            <a:ext cx="206436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8CFE9DB-6F44-2C65-C0D0-B00FB8C8BC1D}"/>
              </a:ext>
            </a:extLst>
          </p:cNvPr>
          <p:cNvCxnSpPr>
            <a:cxnSpLocks/>
          </p:cNvCxnSpPr>
          <p:nvPr/>
        </p:nvCxnSpPr>
        <p:spPr>
          <a:xfrm flipH="1">
            <a:off x="7673009" y="5844551"/>
            <a:ext cx="47726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6493651-DE74-8290-1629-2ECA79F04A7E}"/>
              </a:ext>
            </a:extLst>
          </p:cNvPr>
          <p:cNvCxnSpPr>
            <a:cxnSpLocks/>
          </p:cNvCxnSpPr>
          <p:nvPr/>
        </p:nvCxnSpPr>
        <p:spPr>
          <a:xfrm>
            <a:off x="3624469" y="5642701"/>
            <a:ext cx="19486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6443BA0-D8AD-292D-9ADE-98021FD79C12}"/>
              </a:ext>
            </a:extLst>
          </p:cNvPr>
          <p:cNvCxnSpPr>
            <a:cxnSpLocks/>
          </p:cNvCxnSpPr>
          <p:nvPr/>
        </p:nvCxnSpPr>
        <p:spPr>
          <a:xfrm flipH="1">
            <a:off x="7271886" y="4872616"/>
            <a:ext cx="87839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plant&#10;&#10;Description automatically generated">
            <a:extLst>
              <a:ext uri="{FF2B5EF4-FFF2-40B4-BE49-F238E27FC236}">
                <a16:creationId xmlns:a16="http://schemas.microsoft.com/office/drawing/2014/main" id="{080B9FAE-76C0-CF9C-2257-73B37C6AF6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0230" y="5180586"/>
            <a:ext cx="1917612" cy="128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02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McWilliam</dc:creator>
  <cp:lastModifiedBy>Michael McWilliam</cp:lastModifiedBy>
  <cp:revision>4</cp:revision>
  <dcterms:created xsi:type="dcterms:W3CDTF">2025-05-30T01:12:54Z</dcterms:created>
  <dcterms:modified xsi:type="dcterms:W3CDTF">2025-05-30T06:06:20Z</dcterms:modified>
</cp:coreProperties>
</file>