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4"/>
    <p:restoredTop sz="94737"/>
  </p:normalViewPr>
  <p:slideViewPr>
    <p:cSldViewPr snapToGrid="0" snapToObjects="1">
      <p:cViewPr>
        <p:scale>
          <a:sx n="110" d="100"/>
          <a:sy n="110" d="100"/>
        </p:scale>
        <p:origin x="62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9CBD6-1A41-4F4D-8033-E74BCBEDDF1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B6B74-AA0F-BE4E-B795-9D0B1025E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3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FC55-159B-8C44-81A1-FFE622A91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3F063-7E1B-744F-A311-2D6A12EF9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1832A-EE9D-3841-8662-D767343D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A1D87-08BF-8A47-9445-02D2334A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5CA6-742E-4A45-AA36-63BE6E64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49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0D63-0559-4340-A21C-94F675DB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7086E-DEED-004E-94AD-50FEC2DD3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D545D-703E-C342-80F6-02792ECE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FE546-499B-6340-B15E-E4168E5E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8F0EF-E6FA-0D48-A3F9-AF140B4F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6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A4CB-2958-754C-8D82-83EF2C9F6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EBFA3-B4F7-5542-8FE1-524B6048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BAC12-2A70-DB41-878D-BDF2FF37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E09E6-C219-9D4C-B102-BD3087DF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1D031-6AED-1242-9F5E-7BCB4B57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7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C496-66A3-854A-BE59-C3B72F98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6B88-A585-2D40-9877-DBE35637D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FC036-CF2A-4048-AFED-6801FED0F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51720-EE9E-A54A-A214-0BDCA50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AFBB8-4597-6442-B9A2-C675CFF9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3207A-76AC-D64C-BFC0-E74FB613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9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0C5B-39CC-9140-958F-A3AC3579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B9E6-6827-E342-9AF4-DCDC1D28D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0043D-1676-BE4C-A903-B30F71FDF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16018-60CB-4D4C-A180-F16FD07F1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C9442-A3DB-5D45-B6AE-FAD3BA85D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242C5-AA84-2141-A4D9-7393B475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FE71A-C678-8A4A-90BC-C36B11E3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5B679-CD4A-A041-A71C-3D272F0C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3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72F5-7798-9E4D-AEBC-B18D9740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CFE01-603C-7A49-8D7D-495DBD02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47B12-5E52-CB44-A291-BF66A1BA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D63C3-CD11-3449-BAA6-F7A46C6B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34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85731-053F-7D47-AD7C-452292B4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86E8F-F1B5-4941-86BC-FD3347A3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B1EDA-C98E-D24A-A546-5228E331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6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ECDA-A84D-B24D-ADC4-156E74944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3057F-94F9-E546-9706-CD88E320E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86D95-7C78-8B42-BD39-B80FEDE20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FAC0C-863F-5C46-AF3E-EE1780C4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0A353-DC3A-2A42-8A5A-149ACEF7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6B25F-1516-0B47-8338-F22963E9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0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4ECC-48F8-6D48-A49B-0CFEAA2B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D8C0D-E6C7-804B-8BC7-6C8D0C451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67402-DD83-5A42-81B0-0263A28F7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01889-B79C-2645-BCA0-DAB9C85E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31014-DA33-9441-ACA9-891F4BC6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28BC8-4ED8-2D4F-B9BC-9F535B22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8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01A0-6853-4446-B7A3-C6348239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3F268-3840-F148-A66E-AC3C138B6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5DB77-3243-AF4E-A91C-82A80D533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66ED3-A054-204C-9AFE-91094F01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3F2F2-D8F1-7C4E-88FB-35CB3B7A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28E3-E4A7-5043-A039-AD3C31B83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48502-E51C-C049-955B-0E97FFAA1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97C65-C9FC-0B4E-9142-3001926C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B45B-9495-3F4B-AE6A-FF3C8FAA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0714-6A45-4F45-A0D8-80CF1085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5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81CBC-57A0-414D-B2EB-7B7E5279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554C5-9057-414D-B274-12198A87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9DC7B-C492-9143-A9E7-3A60E9CAB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CD692-D28D-114B-899D-58259630E7D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D057-9E68-5249-9054-A3B4F7D2D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2152-FAD2-B246-B4DF-CD3A97479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AFCCA-F5E3-854B-8411-5AA919CD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6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F8C030DD-8C7C-134C-AD23-5686FD847DCC}"/>
              </a:ext>
            </a:extLst>
          </p:cNvPr>
          <p:cNvSpPr/>
          <p:nvPr/>
        </p:nvSpPr>
        <p:spPr>
          <a:xfrm>
            <a:off x="2735533" y="498054"/>
            <a:ext cx="3866313" cy="2442131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c 208">
            <a:extLst>
              <a:ext uri="{FF2B5EF4-FFF2-40B4-BE49-F238E27FC236}">
                <a16:creationId xmlns:a16="http://schemas.microsoft.com/office/drawing/2014/main" id="{055596B5-25E8-EA44-B0BA-2E981E181DB8}"/>
              </a:ext>
            </a:extLst>
          </p:cNvPr>
          <p:cNvSpPr/>
          <p:nvPr/>
        </p:nvSpPr>
        <p:spPr>
          <a:xfrm>
            <a:off x="3390840" y="1076117"/>
            <a:ext cx="2585531" cy="1974898"/>
          </a:xfrm>
          <a:prstGeom prst="arc">
            <a:avLst>
              <a:gd name="adj1" fmla="val 10781387"/>
              <a:gd name="adj2" fmla="val 3566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E0B5D97-B602-CB49-81B6-B01DA08F7BFE}"/>
              </a:ext>
            </a:extLst>
          </p:cNvPr>
          <p:cNvSpPr/>
          <p:nvPr/>
        </p:nvSpPr>
        <p:spPr>
          <a:xfrm>
            <a:off x="3426203" y="1916966"/>
            <a:ext cx="2515327" cy="1368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BE5F76A3-E417-1D45-873D-88FA09134536}"/>
              </a:ext>
            </a:extLst>
          </p:cNvPr>
          <p:cNvSpPr/>
          <p:nvPr/>
        </p:nvSpPr>
        <p:spPr>
          <a:xfrm>
            <a:off x="3433734" y="1988309"/>
            <a:ext cx="2504386" cy="7542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79D87D5-74F4-FF45-A186-B3F6498A16D6}"/>
              </a:ext>
            </a:extLst>
          </p:cNvPr>
          <p:cNvGrpSpPr/>
          <p:nvPr/>
        </p:nvGrpSpPr>
        <p:grpSpPr>
          <a:xfrm>
            <a:off x="2731298" y="2667226"/>
            <a:ext cx="3866313" cy="329651"/>
            <a:chOff x="2299159" y="3909597"/>
            <a:chExt cx="3929010" cy="429062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B001F78E-5015-5445-B625-83271540A335}"/>
                </a:ext>
              </a:extLst>
            </p:cNvPr>
            <p:cNvGrpSpPr/>
            <p:nvPr/>
          </p:nvGrpSpPr>
          <p:grpSpPr>
            <a:xfrm>
              <a:off x="2313943" y="3947232"/>
              <a:ext cx="3914226" cy="366872"/>
              <a:chOff x="2303809" y="3436710"/>
              <a:chExt cx="3914226" cy="366872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05D32CF9-28A8-254D-AA63-94B5D1A52B1F}"/>
                  </a:ext>
                </a:extLst>
              </p:cNvPr>
              <p:cNvGrpSpPr/>
              <p:nvPr/>
            </p:nvGrpSpPr>
            <p:grpSpPr>
              <a:xfrm>
                <a:off x="3890733" y="3436710"/>
                <a:ext cx="2327302" cy="299024"/>
                <a:chOff x="2591275" y="1309526"/>
                <a:chExt cx="2975942" cy="299024"/>
              </a:xfrm>
            </p:grpSpPr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9E5C21B2-0959-8E4B-9CA2-55B5DAE00F00}"/>
                    </a:ext>
                  </a:extLst>
                </p:cNvPr>
                <p:cNvSpPr/>
                <p:nvPr/>
              </p:nvSpPr>
              <p:spPr>
                <a:xfrm>
                  <a:off x="2591275" y="1348950"/>
                  <a:ext cx="914400" cy="222183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B3BB1F56-5AD5-FD44-AF28-B48B4F8D0791}"/>
                    </a:ext>
                  </a:extLst>
                </p:cNvPr>
                <p:cNvSpPr/>
                <p:nvPr/>
              </p:nvSpPr>
              <p:spPr>
                <a:xfrm>
                  <a:off x="3234810" y="1334923"/>
                  <a:ext cx="91440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7CD7BE76-0247-A74B-9447-DB89B2FD13F2}"/>
                    </a:ext>
                  </a:extLst>
                </p:cNvPr>
                <p:cNvSpPr/>
                <p:nvPr/>
              </p:nvSpPr>
              <p:spPr>
                <a:xfrm>
                  <a:off x="3787929" y="1309526"/>
                  <a:ext cx="976746" cy="277382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8D1CA3D7-B2C1-D444-AA52-6C8CE9727C33}"/>
                    </a:ext>
                  </a:extLst>
                </p:cNvPr>
                <p:cNvSpPr/>
                <p:nvPr/>
              </p:nvSpPr>
              <p:spPr>
                <a:xfrm>
                  <a:off x="4570592" y="1348950"/>
                  <a:ext cx="61892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2E3591FA-153F-974F-9C11-258EF77F5C46}"/>
                    </a:ext>
                  </a:extLst>
                </p:cNvPr>
                <p:cNvSpPr/>
                <p:nvPr/>
              </p:nvSpPr>
              <p:spPr>
                <a:xfrm>
                  <a:off x="4770119" y="1320251"/>
                  <a:ext cx="797098" cy="28829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30FABBBE-99CC-894B-AD65-2C64919B1087}"/>
                  </a:ext>
                </a:extLst>
              </p:cNvPr>
              <p:cNvGrpSpPr/>
              <p:nvPr/>
            </p:nvGrpSpPr>
            <p:grpSpPr>
              <a:xfrm>
                <a:off x="2303809" y="3467318"/>
                <a:ext cx="2327302" cy="336264"/>
                <a:chOff x="2591275" y="1334923"/>
                <a:chExt cx="2975942" cy="336264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3212B7D-6AD6-8040-AB46-413181E31249}"/>
                    </a:ext>
                  </a:extLst>
                </p:cNvPr>
                <p:cNvSpPr/>
                <p:nvPr/>
              </p:nvSpPr>
              <p:spPr>
                <a:xfrm>
                  <a:off x="2591275" y="1374290"/>
                  <a:ext cx="914400" cy="196843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44746362-7AC6-804B-87E5-7168F8D2C065}"/>
                    </a:ext>
                  </a:extLst>
                </p:cNvPr>
                <p:cNvSpPr/>
                <p:nvPr/>
              </p:nvSpPr>
              <p:spPr>
                <a:xfrm>
                  <a:off x="3234810" y="1334923"/>
                  <a:ext cx="91440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D2FF20F-146A-5048-A5D3-60517C257667}"/>
                    </a:ext>
                  </a:extLst>
                </p:cNvPr>
                <p:cNvSpPr/>
                <p:nvPr/>
              </p:nvSpPr>
              <p:spPr>
                <a:xfrm>
                  <a:off x="3787929" y="1336370"/>
                  <a:ext cx="976746" cy="277381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865B7A9-7BB2-444C-9965-A9D7881770B5}"/>
                    </a:ext>
                  </a:extLst>
                </p:cNvPr>
                <p:cNvSpPr/>
                <p:nvPr/>
              </p:nvSpPr>
              <p:spPr>
                <a:xfrm>
                  <a:off x="4570592" y="1348950"/>
                  <a:ext cx="61892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52A8AFA7-4107-9444-8B39-706DD453444F}"/>
                    </a:ext>
                  </a:extLst>
                </p:cNvPr>
                <p:cNvSpPr/>
                <p:nvPr/>
              </p:nvSpPr>
              <p:spPr>
                <a:xfrm>
                  <a:off x="5054830" y="1382889"/>
                  <a:ext cx="512387" cy="288298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321D065-737D-6848-A2A0-33C09B8E7AD6}"/>
                </a:ext>
              </a:extLst>
            </p:cNvPr>
            <p:cNvSpPr/>
            <p:nvPr/>
          </p:nvSpPr>
          <p:spPr>
            <a:xfrm>
              <a:off x="2299159" y="3909597"/>
              <a:ext cx="3929010" cy="4290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A3D472-6722-3240-94EE-0F44A5D4045C}"/>
              </a:ext>
            </a:extLst>
          </p:cNvPr>
          <p:cNvCxnSpPr>
            <a:cxnSpLocks/>
          </p:cNvCxnSpPr>
          <p:nvPr/>
        </p:nvCxnSpPr>
        <p:spPr>
          <a:xfrm flipV="1">
            <a:off x="5941852" y="1964741"/>
            <a:ext cx="0" cy="88025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n 6">
            <a:extLst>
              <a:ext uri="{FF2B5EF4-FFF2-40B4-BE49-F238E27FC236}">
                <a16:creationId xmlns:a16="http://schemas.microsoft.com/office/drawing/2014/main" id="{572A72D4-AC39-3840-AA1D-CCA9AB4DD8DE}"/>
              </a:ext>
            </a:extLst>
          </p:cNvPr>
          <p:cNvSpPr/>
          <p:nvPr/>
        </p:nvSpPr>
        <p:spPr>
          <a:xfrm>
            <a:off x="3534197" y="2092447"/>
            <a:ext cx="97908" cy="48567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0465D43-49B1-EB42-A625-EB362240318C}"/>
              </a:ext>
            </a:extLst>
          </p:cNvPr>
          <p:cNvCxnSpPr>
            <a:cxnSpLocks/>
          </p:cNvCxnSpPr>
          <p:nvPr/>
        </p:nvCxnSpPr>
        <p:spPr>
          <a:xfrm flipV="1">
            <a:off x="3422763" y="1982596"/>
            <a:ext cx="0" cy="885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Arc 110">
            <a:extLst>
              <a:ext uri="{FF2B5EF4-FFF2-40B4-BE49-F238E27FC236}">
                <a16:creationId xmlns:a16="http://schemas.microsoft.com/office/drawing/2014/main" id="{6B6CA87D-2CD8-3946-AF98-793A32EA3AAD}"/>
              </a:ext>
            </a:extLst>
          </p:cNvPr>
          <p:cNvSpPr/>
          <p:nvPr/>
        </p:nvSpPr>
        <p:spPr>
          <a:xfrm rot="5400000" flipV="1">
            <a:off x="2647317" y="1927868"/>
            <a:ext cx="711607" cy="772388"/>
          </a:xfrm>
          <a:prstGeom prst="arc">
            <a:avLst>
              <a:gd name="adj1" fmla="val 19604046"/>
              <a:gd name="adj2" fmla="val 548778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1AB45FF-D5D7-1342-A0AA-CEAE8458A0DA}"/>
              </a:ext>
            </a:extLst>
          </p:cNvPr>
          <p:cNvSpPr/>
          <p:nvPr/>
        </p:nvSpPr>
        <p:spPr>
          <a:xfrm flipV="1">
            <a:off x="2971788" y="2617190"/>
            <a:ext cx="14772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4E85D22-37BB-394D-9B7A-ABFABF39C5F3}"/>
              </a:ext>
            </a:extLst>
          </p:cNvPr>
          <p:cNvGrpSpPr/>
          <p:nvPr/>
        </p:nvGrpSpPr>
        <p:grpSpPr>
          <a:xfrm>
            <a:off x="2578253" y="399975"/>
            <a:ext cx="4448864" cy="236128"/>
            <a:chOff x="2332522" y="1328110"/>
            <a:chExt cx="4448864" cy="236128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729CCDB-B504-5947-9DCB-56FC2846DBA5}"/>
                </a:ext>
              </a:extLst>
            </p:cNvPr>
            <p:cNvSpPr/>
            <p:nvPr/>
          </p:nvSpPr>
          <p:spPr>
            <a:xfrm>
              <a:off x="2332522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C7448E9-14AE-F04F-8B6E-B97FCFD2B194}"/>
                </a:ext>
              </a:extLst>
            </p:cNvPr>
            <p:cNvSpPr/>
            <p:nvPr/>
          </p:nvSpPr>
          <p:spPr>
            <a:xfrm>
              <a:off x="3234810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13DE287-F549-B141-8DF1-F6653B3A5659}"/>
                </a:ext>
              </a:extLst>
            </p:cNvPr>
            <p:cNvSpPr/>
            <p:nvPr/>
          </p:nvSpPr>
          <p:spPr>
            <a:xfrm>
              <a:off x="4112202" y="1328110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3C2CEF76-6AE1-2E41-8D22-3EA778D5819F}"/>
                </a:ext>
              </a:extLst>
            </p:cNvPr>
            <p:cNvSpPr/>
            <p:nvPr/>
          </p:nvSpPr>
          <p:spPr>
            <a:xfrm>
              <a:off x="4989594" y="1342578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A49F359-E804-254B-8E64-C667C1C94404}"/>
                </a:ext>
              </a:extLst>
            </p:cNvPr>
            <p:cNvSpPr/>
            <p:nvPr/>
          </p:nvSpPr>
          <p:spPr>
            <a:xfrm>
              <a:off x="5866986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FBF4BA2-4E9B-5440-B319-75CCFA151B86}"/>
              </a:ext>
            </a:extLst>
          </p:cNvPr>
          <p:cNvSpPr/>
          <p:nvPr/>
        </p:nvSpPr>
        <p:spPr>
          <a:xfrm>
            <a:off x="3357772" y="2053512"/>
            <a:ext cx="62963" cy="253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Arc 197">
            <a:extLst>
              <a:ext uri="{FF2B5EF4-FFF2-40B4-BE49-F238E27FC236}">
                <a16:creationId xmlns:a16="http://schemas.microsoft.com/office/drawing/2014/main" id="{B73357E5-2B95-CC41-82E0-B110FAD7B7D7}"/>
              </a:ext>
            </a:extLst>
          </p:cNvPr>
          <p:cNvSpPr/>
          <p:nvPr/>
        </p:nvSpPr>
        <p:spPr>
          <a:xfrm rot="5400000">
            <a:off x="6013065" y="1919176"/>
            <a:ext cx="711607" cy="776615"/>
          </a:xfrm>
          <a:prstGeom prst="arc">
            <a:avLst>
              <a:gd name="adj1" fmla="val 19604046"/>
              <a:gd name="adj2" fmla="val 548778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3F2BC1B-B4E9-4648-811F-56123925E85E}"/>
              </a:ext>
            </a:extLst>
          </p:cNvPr>
          <p:cNvSpPr/>
          <p:nvPr/>
        </p:nvSpPr>
        <p:spPr>
          <a:xfrm flipV="1">
            <a:off x="6271042" y="2617190"/>
            <a:ext cx="14772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45DCA188-0B61-844B-8033-2AE8DE53C18F}"/>
              </a:ext>
            </a:extLst>
          </p:cNvPr>
          <p:cNvSpPr/>
          <p:nvPr/>
        </p:nvSpPr>
        <p:spPr>
          <a:xfrm>
            <a:off x="5755946" y="1910295"/>
            <a:ext cx="179925" cy="19068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Can 203">
            <a:extLst>
              <a:ext uri="{FF2B5EF4-FFF2-40B4-BE49-F238E27FC236}">
                <a16:creationId xmlns:a16="http://schemas.microsoft.com/office/drawing/2014/main" id="{C3B3FF58-7683-A748-B134-F78440723B25}"/>
              </a:ext>
            </a:extLst>
          </p:cNvPr>
          <p:cNvSpPr/>
          <p:nvPr/>
        </p:nvSpPr>
        <p:spPr>
          <a:xfrm>
            <a:off x="5751582" y="1760945"/>
            <a:ext cx="78704" cy="230831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Can 204">
            <a:extLst>
              <a:ext uri="{FF2B5EF4-FFF2-40B4-BE49-F238E27FC236}">
                <a16:creationId xmlns:a16="http://schemas.microsoft.com/office/drawing/2014/main" id="{260F79D6-844B-CA49-BEF8-9EDA36556067}"/>
              </a:ext>
            </a:extLst>
          </p:cNvPr>
          <p:cNvSpPr/>
          <p:nvPr/>
        </p:nvSpPr>
        <p:spPr>
          <a:xfrm rot="18333768">
            <a:off x="5661342" y="1824420"/>
            <a:ext cx="84649" cy="225529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E91D265-7CAF-4442-AFBC-59A126EABBCC}"/>
              </a:ext>
            </a:extLst>
          </p:cNvPr>
          <p:cNvSpPr txBox="1"/>
          <p:nvPr/>
        </p:nvSpPr>
        <p:spPr>
          <a:xfrm>
            <a:off x="3776104" y="683561"/>
            <a:ext cx="10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Transparent, flexible sheet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A0C8C8C-2E00-B34A-8A6B-FE61264A7374}"/>
              </a:ext>
            </a:extLst>
          </p:cNvPr>
          <p:cNvSpPr txBox="1"/>
          <p:nvPr/>
        </p:nvSpPr>
        <p:spPr>
          <a:xfrm>
            <a:off x="2724908" y="1986760"/>
            <a:ext cx="602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</a:t>
            </a:r>
            <a:r>
              <a:rPr lang="en-US" sz="900" baseline="-25000" dirty="0"/>
              <a:t>2</a:t>
            </a:r>
            <a:r>
              <a:rPr lang="en-US" sz="900" dirty="0"/>
              <a:t> probe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55B7295-4CD2-9D4E-8052-320910030E7A}"/>
              </a:ext>
            </a:extLst>
          </p:cNvPr>
          <p:cNvSpPr txBox="1"/>
          <p:nvPr/>
        </p:nvSpPr>
        <p:spPr>
          <a:xfrm>
            <a:off x="5811732" y="2045827"/>
            <a:ext cx="81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Water</a:t>
            </a:r>
          </a:p>
          <a:p>
            <a:pPr algn="r"/>
            <a:r>
              <a:rPr lang="en-US" sz="900" dirty="0"/>
              <a:t>tight seal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958E1C2-AC4F-F446-98EC-7199AEEDD16B}"/>
              </a:ext>
            </a:extLst>
          </p:cNvPr>
          <p:cNvSpPr txBox="1"/>
          <p:nvPr/>
        </p:nvSpPr>
        <p:spPr>
          <a:xfrm>
            <a:off x="2731298" y="2281532"/>
            <a:ext cx="5537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Weight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757133B-365E-7847-86AE-0CE41A53F158}"/>
              </a:ext>
            </a:extLst>
          </p:cNvPr>
          <p:cNvSpPr txBox="1"/>
          <p:nvPr/>
        </p:nvSpPr>
        <p:spPr>
          <a:xfrm>
            <a:off x="5821340" y="1554370"/>
            <a:ext cx="81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Light &amp; temp. probes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96865EE-1DC1-E44C-A2D9-A2C02AC50F2A}"/>
              </a:ext>
            </a:extLst>
          </p:cNvPr>
          <p:cNvSpPr txBox="1"/>
          <p:nvPr/>
        </p:nvSpPr>
        <p:spPr>
          <a:xfrm>
            <a:off x="3534197" y="1617443"/>
            <a:ext cx="1037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Solid cylinder</a:t>
            </a: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11F6D48-F2F1-F640-90E8-045D65E8E9F4}"/>
              </a:ext>
            </a:extLst>
          </p:cNvPr>
          <p:cNvCxnSpPr>
            <a:cxnSpLocks/>
          </p:cNvCxnSpPr>
          <p:nvPr/>
        </p:nvCxnSpPr>
        <p:spPr>
          <a:xfrm>
            <a:off x="3907808" y="1027954"/>
            <a:ext cx="0" cy="182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71788D96-3367-464B-BBF7-7D9176851D26}"/>
              </a:ext>
            </a:extLst>
          </p:cNvPr>
          <p:cNvCxnSpPr>
            <a:cxnSpLocks/>
          </p:cNvCxnSpPr>
          <p:nvPr/>
        </p:nvCxnSpPr>
        <p:spPr>
          <a:xfrm flipV="1">
            <a:off x="3041402" y="2483069"/>
            <a:ext cx="0" cy="95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74DF4BF-ED6D-9745-A732-F19A3130D715}"/>
              </a:ext>
            </a:extLst>
          </p:cNvPr>
          <p:cNvCxnSpPr>
            <a:cxnSpLocks/>
          </p:cNvCxnSpPr>
          <p:nvPr/>
        </p:nvCxnSpPr>
        <p:spPr>
          <a:xfrm>
            <a:off x="3305844" y="2128655"/>
            <a:ext cx="200389" cy="2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38F3F7E8-B949-5548-8157-4B4FFEA91427}"/>
              </a:ext>
            </a:extLst>
          </p:cNvPr>
          <p:cNvCxnSpPr>
            <a:cxnSpLocks/>
          </p:cNvCxnSpPr>
          <p:nvPr/>
        </p:nvCxnSpPr>
        <p:spPr>
          <a:xfrm>
            <a:off x="3670551" y="1813271"/>
            <a:ext cx="0" cy="1036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E2A279B-22A6-904C-AEEC-CD3C66185070}"/>
              </a:ext>
            </a:extLst>
          </p:cNvPr>
          <p:cNvSpPr/>
          <p:nvPr/>
        </p:nvSpPr>
        <p:spPr>
          <a:xfrm>
            <a:off x="5952420" y="2063566"/>
            <a:ext cx="62963" cy="253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76CAF64-941A-804C-9867-7632A0A0C3BA}"/>
              </a:ext>
            </a:extLst>
          </p:cNvPr>
          <p:cNvCxnSpPr>
            <a:cxnSpLocks/>
          </p:cNvCxnSpPr>
          <p:nvPr/>
        </p:nvCxnSpPr>
        <p:spPr>
          <a:xfrm flipH="1">
            <a:off x="6049406" y="2149036"/>
            <a:ext cx="146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81FFAFC0-AD78-684E-AE9B-D4005F2D7F8A}"/>
              </a:ext>
            </a:extLst>
          </p:cNvPr>
          <p:cNvCxnSpPr>
            <a:cxnSpLocks/>
          </p:cNvCxnSpPr>
          <p:nvPr/>
        </p:nvCxnSpPr>
        <p:spPr>
          <a:xfrm flipH="1">
            <a:off x="5906276" y="1849704"/>
            <a:ext cx="1925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5A514659-235C-5440-8EC6-2838F2B41CAC}"/>
              </a:ext>
            </a:extLst>
          </p:cNvPr>
          <p:cNvSpPr txBox="1"/>
          <p:nvPr/>
        </p:nvSpPr>
        <p:spPr>
          <a:xfrm>
            <a:off x="5061166" y="2635405"/>
            <a:ext cx="860092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5cm into sand</a:t>
            </a:r>
          </a:p>
        </p:txBody>
      </p:sp>
      <p:sp>
        <p:nvSpPr>
          <p:cNvPr id="271" name="Down Arrow 270">
            <a:extLst>
              <a:ext uri="{FF2B5EF4-FFF2-40B4-BE49-F238E27FC236}">
                <a16:creationId xmlns:a16="http://schemas.microsoft.com/office/drawing/2014/main" id="{4F1C2FD7-47E7-AF4F-A018-21CD4215A0D5}"/>
              </a:ext>
            </a:extLst>
          </p:cNvPr>
          <p:cNvSpPr/>
          <p:nvPr/>
        </p:nvSpPr>
        <p:spPr>
          <a:xfrm rot="16200000">
            <a:off x="5955828" y="338611"/>
            <a:ext cx="82710" cy="80958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44B308D0-106C-5B48-ADD3-13BE4EA4B90F}"/>
              </a:ext>
            </a:extLst>
          </p:cNvPr>
          <p:cNvSpPr txBox="1"/>
          <p:nvPr/>
        </p:nvSpPr>
        <p:spPr>
          <a:xfrm>
            <a:off x="5516467" y="763066"/>
            <a:ext cx="80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Wave-driven water flow</a:t>
            </a: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A3244082-F445-AF4A-9333-AEA2CD727042}"/>
              </a:ext>
            </a:extLst>
          </p:cNvPr>
          <p:cNvCxnSpPr>
            <a:cxnSpLocks/>
          </p:cNvCxnSpPr>
          <p:nvPr/>
        </p:nvCxnSpPr>
        <p:spPr>
          <a:xfrm flipV="1">
            <a:off x="5872678" y="2640049"/>
            <a:ext cx="0" cy="2157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hord 1">
            <a:extLst>
              <a:ext uri="{FF2B5EF4-FFF2-40B4-BE49-F238E27FC236}">
                <a16:creationId xmlns:a16="http://schemas.microsoft.com/office/drawing/2014/main" id="{DF6AF37B-BDFE-6436-D66D-715EEB1D05F5}"/>
              </a:ext>
            </a:extLst>
          </p:cNvPr>
          <p:cNvSpPr/>
          <p:nvPr/>
        </p:nvSpPr>
        <p:spPr>
          <a:xfrm rot="6723200">
            <a:off x="3836529" y="1747489"/>
            <a:ext cx="1291113" cy="1314754"/>
          </a:xfrm>
          <a:prstGeom prst="chord">
            <a:avLst>
              <a:gd name="adj1" fmla="val 2700000"/>
              <a:gd name="adj2" fmla="val 1623067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hord 2">
            <a:extLst>
              <a:ext uri="{FF2B5EF4-FFF2-40B4-BE49-F238E27FC236}">
                <a16:creationId xmlns:a16="http://schemas.microsoft.com/office/drawing/2014/main" id="{5DBF7888-2098-B446-62B5-FF521BDBC55A}"/>
              </a:ext>
            </a:extLst>
          </p:cNvPr>
          <p:cNvSpPr/>
          <p:nvPr/>
        </p:nvSpPr>
        <p:spPr>
          <a:xfrm rot="6723200">
            <a:off x="4869261" y="2091332"/>
            <a:ext cx="796729" cy="810063"/>
          </a:xfrm>
          <a:prstGeom prst="chord">
            <a:avLst>
              <a:gd name="adj1" fmla="val 2700000"/>
              <a:gd name="adj2" fmla="val 1623067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ABB86EFA-3344-03B2-6D66-9EBB85F516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626619">
            <a:off x="4264715" y="1735717"/>
            <a:ext cx="1073073" cy="967523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B2CC8BC5-AD03-F37E-51B9-5F672267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44" y="1387786"/>
            <a:ext cx="2344162" cy="44642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51979B-53EF-1A58-A27F-FE8216FD35A9}"/>
              </a:ext>
            </a:extLst>
          </p:cNvPr>
          <p:cNvSpPr txBox="1"/>
          <p:nvPr/>
        </p:nvSpPr>
        <p:spPr>
          <a:xfrm>
            <a:off x="2375337" y="30480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Helvetica" pitchFamily="2" charset="0"/>
              </a:rPr>
              <a:t>a</a:t>
            </a:r>
          </a:p>
        </p:txBody>
      </p:sp>
      <p:pic>
        <p:nvPicPr>
          <p:cNvPr id="14" name="Picture 13" descr="A white object with many objects on it&#10;&#10;AI-generated content may be incorrect.">
            <a:extLst>
              <a:ext uri="{FF2B5EF4-FFF2-40B4-BE49-F238E27FC236}">
                <a16:creationId xmlns:a16="http://schemas.microsoft.com/office/drawing/2014/main" id="{860A4FEE-8E74-3B6A-E7BC-66B06D9D8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470" y="3142216"/>
            <a:ext cx="2585532" cy="1031266"/>
          </a:xfrm>
          <a:prstGeom prst="rect">
            <a:avLst/>
          </a:prstGeom>
        </p:spPr>
      </p:pic>
      <p:pic>
        <p:nvPicPr>
          <p:cNvPr id="16" name="Picture 15" descr="A white object with a small bush&#10;&#10;AI-generated content may be incorrect.">
            <a:extLst>
              <a:ext uri="{FF2B5EF4-FFF2-40B4-BE49-F238E27FC236}">
                <a16:creationId xmlns:a16="http://schemas.microsoft.com/office/drawing/2014/main" id="{C2C93681-FB8A-A706-CDB5-46EB23773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942" y="4072108"/>
            <a:ext cx="2389832" cy="1583958"/>
          </a:xfrm>
          <a:prstGeom prst="rect">
            <a:avLst/>
          </a:prstGeom>
        </p:spPr>
      </p:pic>
      <p:pic>
        <p:nvPicPr>
          <p:cNvPr id="18" name="Picture 17" descr="A body of water with mountains in the background&#10;&#10;AI-generated content may be incorrect.">
            <a:extLst>
              <a:ext uri="{FF2B5EF4-FFF2-40B4-BE49-F238E27FC236}">
                <a16:creationId xmlns:a16="http://schemas.microsoft.com/office/drawing/2014/main" id="{D9ED9D1A-531C-5CEC-74D0-49AF5EC3A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0735" y="3205694"/>
            <a:ext cx="1565998" cy="2348997"/>
          </a:xfrm>
          <a:prstGeom prst="rect">
            <a:avLst/>
          </a:prstGeom>
        </p:spPr>
      </p:pic>
      <p:pic>
        <p:nvPicPr>
          <p:cNvPr id="20" name="Picture 19" descr="A plastic bag with corals in it&#10;&#10;AI-generated content may be incorrect.">
            <a:extLst>
              <a:ext uri="{FF2B5EF4-FFF2-40B4-BE49-F238E27FC236}">
                <a16:creationId xmlns:a16="http://schemas.microsoft.com/office/drawing/2014/main" id="{75790887-7C74-6390-B742-C461569FBF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6588" y="414926"/>
            <a:ext cx="846295" cy="730079"/>
          </a:xfrm>
          <a:prstGeom prst="rect">
            <a:avLst/>
          </a:prstGeom>
        </p:spPr>
      </p:pic>
      <p:pic>
        <p:nvPicPr>
          <p:cNvPr id="22" name="Picture 21" descr="A black bag under water&#10;&#10;AI-generated content may be incorrect.">
            <a:extLst>
              <a:ext uri="{FF2B5EF4-FFF2-40B4-BE49-F238E27FC236}">
                <a16:creationId xmlns:a16="http://schemas.microsoft.com/office/drawing/2014/main" id="{8FDC2D4B-07FC-00BE-A1ED-480E422144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5469" y="414929"/>
            <a:ext cx="801248" cy="7674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247CBD-E31A-3625-D644-F8395AC7AEDD}"/>
              </a:ext>
            </a:extLst>
          </p:cNvPr>
          <p:cNvSpPr txBox="1"/>
          <p:nvPr/>
        </p:nvSpPr>
        <p:spPr>
          <a:xfrm>
            <a:off x="4278277" y="312955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Helvetica" pitchFamily="2" charset="0"/>
              </a:rPr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73E8F9-F52C-DAC1-6BC0-EDC369A75DA6}"/>
              </a:ext>
            </a:extLst>
          </p:cNvPr>
          <p:cNvSpPr txBox="1"/>
          <p:nvPr/>
        </p:nvSpPr>
        <p:spPr>
          <a:xfrm>
            <a:off x="6651591" y="34416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Helvetica" pitchFamily="2" charset="0"/>
              </a:rPr>
              <a:t>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BCF67E-DBA8-C68E-D9EC-CAB8F3BECB5E}"/>
              </a:ext>
            </a:extLst>
          </p:cNvPr>
          <p:cNvCxnSpPr/>
          <p:nvPr/>
        </p:nvCxnSpPr>
        <p:spPr>
          <a:xfrm>
            <a:off x="7683336" y="1174727"/>
            <a:ext cx="0" cy="177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6AFBB4-2ECB-6C6C-E5EA-8111F0911683}"/>
              </a:ext>
            </a:extLst>
          </p:cNvPr>
          <p:cNvCxnSpPr/>
          <p:nvPr/>
        </p:nvCxnSpPr>
        <p:spPr>
          <a:xfrm>
            <a:off x="8678884" y="1208375"/>
            <a:ext cx="0" cy="177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F8C030DD-8C7C-134C-AD23-5686FD847DCC}"/>
              </a:ext>
            </a:extLst>
          </p:cNvPr>
          <p:cNvSpPr/>
          <p:nvPr/>
        </p:nvSpPr>
        <p:spPr>
          <a:xfrm>
            <a:off x="2699104" y="1796920"/>
            <a:ext cx="3187428" cy="2089196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c 208">
            <a:extLst>
              <a:ext uri="{FF2B5EF4-FFF2-40B4-BE49-F238E27FC236}">
                <a16:creationId xmlns:a16="http://schemas.microsoft.com/office/drawing/2014/main" id="{055596B5-25E8-EA44-B0BA-2E981E181DB8}"/>
              </a:ext>
            </a:extLst>
          </p:cNvPr>
          <p:cNvSpPr/>
          <p:nvPr/>
        </p:nvSpPr>
        <p:spPr>
          <a:xfrm>
            <a:off x="2970427" y="2022048"/>
            <a:ext cx="2585531" cy="1974898"/>
          </a:xfrm>
          <a:prstGeom prst="arc">
            <a:avLst>
              <a:gd name="adj1" fmla="val 10781387"/>
              <a:gd name="adj2" fmla="val 35661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E0B5D97-B602-CB49-81B6-B01DA08F7BFE}"/>
              </a:ext>
            </a:extLst>
          </p:cNvPr>
          <p:cNvSpPr/>
          <p:nvPr/>
        </p:nvSpPr>
        <p:spPr>
          <a:xfrm>
            <a:off x="3005790" y="2862897"/>
            <a:ext cx="2515327" cy="1368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BE5F76A3-E417-1D45-873D-88FA09134536}"/>
              </a:ext>
            </a:extLst>
          </p:cNvPr>
          <p:cNvSpPr/>
          <p:nvPr/>
        </p:nvSpPr>
        <p:spPr>
          <a:xfrm>
            <a:off x="3013321" y="2934240"/>
            <a:ext cx="2504386" cy="7542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79D87D5-74F4-FF45-A186-B3F6498A16D6}"/>
              </a:ext>
            </a:extLst>
          </p:cNvPr>
          <p:cNvGrpSpPr/>
          <p:nvPr/>
        </p:nvGrpSpPr>
        <p:grpSpPr>
          <a:xfrm>
            <a:off x="2697583" y="3613157"/>
            <a:ext cx="3188949" cy="329651"/>
            <a:chOff x="2692128" y="3909597"/>
            <a:chExt cx="3240661" cy="429062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B001F78E-5015-5445-B625-83271540A335}"/>
                </a:ext>
              </a:extLst>
            </p:cNvPr>
            <p:cNvGrpSpPr/>
            <p:nvPr/>
          </p:nvGrpSpPr>
          <p:grpSpPr>
            <a:xfrm>
              <a:off x="2817213" y="3947232"/>
              <a:ext cx="3115576" cy="366872"/>
              <a:chOff x="2807079" y="3436710"/>
              <a:chExt cx="3115576" cy="366872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05D32CF9-28A8-254D-AA63-94B5D1A52B1F}"/>
                  </a:ext>
                </a:extLst>
              </p:cNvPr>
              <p:cNvGrpSpPr/>
              <p:nvPr/>
            </p:nvGrpSpPr>
            <p:grpSpPr>
              <a:xfrm>
                <a:off x="3890733" y="3436710"/>
                <a:ext cx="2031922" cy="277382"/>
                <a:chOff x="2591275" y="1309526"/>
                <a:chExt cx="2598237" cy="277382"/>
              </a:xfrm>
            </p:grpSpPr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9E5C21B2-0959-8E4B-9CA2-55B5DAE00F00}"/>
                    </a:ext>
                  </a:extLst>
                </p:cNvPr>
                <p:cNvSpPr/>
                <p:nvPr/>
              </p:nvSpPr>
              <p:spPr>
                <a:xfrm>
                  <a:off x="2591275" y="1348950"/>
                  <a:ext cx="914400" cy="222183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B3BB1F56-5AD5-FD44-AF28-B48B4F8D0791}"/>
                    </a:ext>
                  </a:extLst>
                </p:cNvPr>
                <p:cNvSpPr/>
                <p:nvPr/>
              </p:nvSpPr>
              <p:spPr>
                <a:xfrm>
                  <a:off x="3234810" y="1334923"/>
                  <a:ext cx="91440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7CD7BE76-0247-A74B-9447-DB89B2FD13F2}"/>
                    </a:ext>
                  </a:extLst>
                </p:cNvPr>
                <p:cNvSpPr/>
                <p:nvPr/>
              </p:nvSpPr>
              <p:spPr>
                <a:xfrm>
                  <a:off x="3787929" y="1309526"/>
                  <a:ext cx="976746" cy="277382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8D1CA3D7-B2C1-D444-AA52-6C8CE9727C33}"/>
                    </a:ext>
                  </a:extLst>
                </p:cNvPr>
                <p:cNvSpPr/>
                <p:nvPr/>
              </p:nvSpPr>
              <p:spPr>
                <a:xfrm>
                  <a:off x="4570592" y="1348950"/>
                  <a:ext cx="61892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30FABBBE-99CC-894B-AD65-2C64919B1087}"/>
                  </a:ext>
                </a:extLst>
              </p:cNvPr>
              <p:cNvGrpSpPr/>
              <p:nvPr/>
            </p:nvGrpSpPr>
            <p:grpSpPr>
              <a:xfrm>
                <a:off x="2807079" y="3467318"/>
                <a:ext cx="1824033" cy="336264"/>
                <a:chOff x="3234810" y="1334923"/>
                <a:chExt cx="2332407" cy="336264"/>
              </a:xfrm>
            </p:grpSpPr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44746362-7AC6-804B-87E5-7168F8D2C065}"/>
                    </a:ext>
                  </a:extLst>
                </p:cNvPr>
                <p:cNvSpPr/>
                <p:nvPr/>
              </p:nvSpPr>
              <p:spPr>
                <a:xfrm>
                  <a:off x="3234810" y="1334923"/>
                  <a:ext cx="91440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D2FF20F-146A-5048-A5D3-60517C257667}"/>
                    </a:ext>
                  </a:extLst>
                </p:cNvPr>
                <p:cNvSpPr/>
                <p:nvPr/>
              </p:nvSpPr>
              <p:spPr>
                <a:xfrm>
                  <a:off x="3787929" y="1336370"/>
                  <a:ext cx="976746" cy="277381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865B7A9-7BB2-444C-9965-A9D7881770B5}"/>
                    </a:ext>
                  </a:extLst>
                </p:cNvPr>
                <p:cNvSpPr/>
                <p:nvPr/>
              </p:nvSpPr>
              <p:spPr>
                <a:xfrm>
                  <a:off x="4570592" y="1348950"/>
                  <a:ext cx="618920" cy="22166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52A8AFA7-4107-9444-8B39-706DD453444F}"/>
                    </a:ext>
                  </a:extLst>
                </p:cNvPr>
                <p:cNvSpPr/>
                <p:nvPr/>
              </p:nvSpPr>
              <p:spPr>
                <a:xfrm>
                  <a:off x="5054830" y="1382889"/>
                  <a:ext cx="512387" cy="288298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321D065-737D-6848-A2A0-33C09B8E7AD6}"/>
                </a:ext>
              </a:extLst>
            </p:cNvPr>
            <p:cNvSpPr/>
            <p:nvPr/>
          </p:nvSpPr>
          <p:spPr>
            <a:xfrm>
              <a:off x="2692128" y="3909597"/>
              <a:ext cx="3240660" cy="4290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A3D472-6722-3240-94EE-0F44A5D4045C}"/>
              </a:ext>
            </a:extLst>
          </p:cNvPr>
          <p:cNvCxnSpPr>
            <a:cxnSpLocks/>
          </p:cNvCxnSpPr>
          <p:nvPr/>
        </p:nvCxnSpPr>
        <p:spPr>
          <a:xfrm flipV="1">
            <a:off x="5521439" y="2910672"/>
            <a:ext cx="0" cy="88025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n 6">
            <a:extLst>
              <a:ext uri="{FF2B5EF4-FFF2-40B4-BE49-F238E27FC236}">
                <a16:creationId xmlns:a16="http://schemas.microsoft.com/office/drawing/2014/main" id="{572A72D4-AC39-3840-AA1D-CCA9AB4DD8DE}"/>
              </a:ext>
            </a:extLst>
          </p:cNvPr>
          <p:cNvSpPr/>
          <p:nvPr/>
        </p:nvSpPr>
        <p:spPr>
          <a:xfrm>
            <a:off x="3084599" y="2953696"/>
            <a:ext cx="132545" cy="589808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0465D43-49B1-EB42-A625-EB362240318C}"/>
              </a:ext>
            </a:extLst>
          </p:cNvPr>
          <p:cNvCxnSpPr>
            <a:cxnSpLocks/>
          </p:cNvCxnSpPr>
          <p:nvPr/>
        </p:nvCxnSpPr>
        <p:spPr>
          <a:xfrm flipV="1">
            <a:off x="3002350" y="2928527"/>
            <a:ext cx="0" cy="885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Arc 110">
            <a:extLst>
              <a:ext uri="{FF2B5EF4-FFF2-40B4-BE49-F238E27FC236}">
                <a16:creationId xmlns:a16="http://schemas.microsoft.com/office/drawing/2014/main" id="{6B6CA87D-2CD8-3946-AF98-793A32EA3AAD}"/>
              </a:ext>
            </a:extLst>
          </p:cNvPr>
          <p:cNvSpPr/>
          <p:nvPr/>
        </p:nvSpPr>
        <p:spPr>
          <a:xfrm rot="5400000" flipV="1">
            <a:off x="2468659" y="3125096"/>
            <a:ext cx="711607" cy="269796"/>
          </a:xfrm>
          <a:prstGeom prst="arc">
            <a:avLst>
              <a:gd name="adj1" fmla="val 19604046"/>
              <a:gd name="adj2" fmla="val 548778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4E85D22-37BB-394D-9B7A-ABFABF39C5F3}"/>
              </a:ext>
            </a:extLst>
          </p:cNvPr>
          <p:cNvGrpSpPr/>
          <p:nvPr/>
        </p:nvGrpSpPr>
        <p:grpSpPr>
          <a:xfrm>
            <a:off x="2157840" y="1650438"/>
            <a:ext cx="4448864" cy="236128"/>
            <a:chOff x="2332522" y="1328110"/>
            <a:chExt cx="4448864" cy="236128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729CCDB-B504-5947-9DCB-56FC2846DBA5}"/>
                </a:ext>
              </a:extLst>
            </p:cNvPr>
            <p:cNvSpPr/>
            <p:nvPr/>
          </p:nvSpPr>
          <p:spPr>
            <a:xfrm>
              <a:off x="2332522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C7448E9-14AE-F04F-8B6E-B97FCFD2B194}"/>
                </a:ext>
              </a:extLst>
            </p:cNvPr>
            <p:cNvSpPr/>
            <p:nvPr/>
          </p:nvSpPr>
          <p:spPr>
            <a:xfrm>
              <a:off x="3234810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13DE287-F549-B141-8DF1-F6653B3A5659}"/>
                </a:ext>
              </a:extLst>
            </p:cNvPr>
            <p:cNvSpPr/>
            <p:nvPr/>
          </p:nvSpPr>
          <p:spPr>
            <a:xfrm>
              <a:off x="4112202" y="1328110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3C2CEF76-6AE1-2E41-8D22-3EA778D5819F}"/>
                </a:ext>
              </a:extLst>
            </p:cNvPr>
            <p:cNvSpPr/>
            <p:nvPr/>
          </p:nvSpPr>
          <p:spPr>
            <a:xfrm>
              <a:off x="4989594" y="1342578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A49F359-E804-254B-8E64-C667C1C94404}"/>
                </a:ext>
              </a:extLst>
            </p:cNvPr>
            <p:cNvSpPr/>
            <p:nvPr/>
          </p:nvSpPr>
          <p:spPr>
            <a:xfrm>
              <a:off x="5866986" y="1334923"/>
              <a:ext cx="914400" cy="2216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FBF4BA2-4E9B-5440-B319-75CCFA151B86}"/>
              </a:ext>
            </a:extLst>
          </p:cNvPr>
          <p:cNvSpPr/>
          <p:nvPr/>
        </p:nvSpPr>
        <p:spPr>
          <a:xfrm>
            <a:off x="2937359" y="2999443"/>
            <a:ext cx="62963" cy="253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Arc 197">
            <a:extLst>
              <a:ext uri="{FF2B5EF4-FFF2-40B4-BE49-F238E27FC236}">
                <a16:creationId xmlns:a16="http://schemas.microsoft.com/office/drawing/2014/main" id="{B73357E5-2B95-CC41-82E0-B110FAD7B7D7}"/>
              </a:ext>
            </a:extLst>
          </p:cNvPr>
          <p:cNvSpPr/>
          <p:nvPr/>
        </p:nvSpPr>
        <p:spPr>
          <a:xfrm rot="5400000">
            <a:off x="5377264" y="3090223"/>
            <a:ext cx="711607" cy="326384"/>
          </a:xfrm>
          <a:prstGeom prst="arc">
            <a:avLst>
              <a:gd name="adj1" fmla="val 19604046"/>
              <a:gd name="adj2" fmla="val 5487785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45DCA188-0B61-844B-8033-2AE8DE53C18F}"/>
              </a:ext>
            </a:extLst>
          </p:cNvPr>
          <p:cNvSpPr/>
          <p:nvPr/>
        </p:nvSpPr>
        <p:spPr>
          <a:xfrm>
            <a:off x="3198088" y="2753047"/>
            <a:ext cx="179925" cy="19068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Can 203">
            <a:extLst>
              <a:ext uri="{FF2B5EF4-FFF2-40B4-BE49-F238E27FC236}">
                <a16:creationId xmlns:a16="http://schemas.microsoft.com/office/drawing/2014/main" id="{C3B3FF58-7683-A748-B134-F78440723B25}"/>
              </a:ext>
            </a:extLst>
          </p:cNvPr>
          <p:cNvSpPr/>
          <p:nvPr/>
        </p:nvSpPr>
        <p:spPr>
          <a:xfrm>
            <a:off x="3263137" y="2477921"/>
            <a:ext cx="95607" cy="344032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Can 204">
            <a:extLst>
              <a:ext uri="{FF2B5EF4-FFF2-40B4-BE49-F238E27FC236}">
                <a16:creationId xmlns:a16="http://schemas.microsoft.com/office/drawing/2014/main" id="{260F79D6-844B-CA49-BEF8-9EDA36556067}"/>
              </a:ext>
            </a:extLst>
          </p:cNvPr>
          <p:cNvSpPr/>
          <p:nvPr/>
        </p:nvSpPr>
        <p:spPr>
          <a:xfrm rot="2213372">
            <a:off x="3401301" y="2553960"/>
            <a:ext cx="112513" cy="33605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E91D265-7CAF-4442-AFBC-59A126EABBCC}"/>
              </a:ext>
            </a:extLst>
          </p:cNvPr>
          <p:cNvSpPr txBox="1"/>
          <p:nvPr/>
        </p:nvSpPr>
        <p:spPr>
          <a:xfrm>
            <a:off x="4503480" y="5588055"/>
            <a:ext cx="1537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Transparent, flexible sheet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A0C8C8C-2E00-B34A-8A6B-FE61264A7374}"/>
              </a:ext>
            </a:extLst>
          </p:cNvPr>
          <p:cNvSpPr txBox="1"/>
          <p:nvPr/>
        </p:nvSpPr>
        <p:spPr>
          <a:xfrm>
            <a:off x="1649080" y="4619034"/>
            <a:ext cx="602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</a:t>
            </a:r>
            <a:r>
              <a:rPr lang="en-US" sz="900" baseline="-25000" dirty="0"/>
              <a:t>2</a:t>
            </a:r>
            <a:r>
              <a:rPr lang="en-US" sz="900" dirty="0"/>
              <a:t> probe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55B7295-4CD2-9D4E-8052-320910030E7A}"/>
              </a:ext>
            </a:extLst>
          </p:cNvPr>
          <p:cNvSpPr txBox="1"/>
          <p:nvPr/>
        </p:nvSpPr>
        <p:spPr>
          <a:xfrm>
            <a:off x="1432975" y="4285223"/>
            <a:ext cx="81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Water</a:t>
            </a:r>
          </a:p>
          <a:p>
            <a:pPr algn="r"/>
            <a:r>
              <a:rPr lang="en-US" sz="900" dirty="0"/>
              <a:t>tight seal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958E1C2-AC4F-F446-98EC-7199AEEDD16B}"/>
              </a:ext>
            </a:extLst>
          </p:cNvPr>
          <p:cNvSpPr txBox="1"/>
          <p:nvPr/>
        </p:nvSpPr>
        <p:spPr>
          <a:xfrm>
            <a:off x="1653275" y="5059626"/>
            <a:ext cx="5537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Weight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757133B-365E-7847-86AE-0CE41A53F158}"/>
              </a:ext>
            </a:extLst>
          </p:cNvPr>
          <p:cNvSpPr txBox="1"/>
          <p:nvPr/>
        </p:nvSpPr>
        <p:spPr>
          <a:xfrm>
            <a:off x="343250" y="4149948"/>
            <a:ext cx="81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Light &amp; temp. probes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96865EE-1DC1-E44C-A2D9-A2C02AC50F2A}"/>
              </a:ext>
            </a:extLst>
          </p:cNvPr>
          <p:cNvSpPr txBox="1"/>
          <p:nvPr/>
        </p:nvSpPr>
        <p:spPr>
          <a:xfrm>
            <a:off x="391604" y="4735582"/>
            <a:ext cx="1037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Solid cylinder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E2A279B-22A6-904C-AEEC-CD3C66185070}"/>
              </a:ext>
            </a:extLst>
          </p:cNvPr>
          <p:cNvSpPr/>
          <p:nvPr/>
        </p:nvSpPr>
        <p:spPr>
          <a:xfrm>
            <a:off x="5532007" y="3009497"/>
            <a:ext cx="62963" cy="253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A514659-235C-5440-8EC6-2838F2B41CAC}"/>
              </a:ext>
            </a:extLst>
          </p:cNvPr>
          <p:cNvSpPr txBox="1"/>
          <p:nvPr/>
        </p:nvSpPr>
        <p:spPr>
          <a:xfrm>
            <a:off x="1464909" y="4834930"/>
            <a:ext cx="860092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5cm into sand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D89FD-9A09-6459-E652-60D45444E9D5}"/>
              </a:ext>
            </a:extLst>
          </p:cNvPr>
          <p:cNvSpPr/>
          <p:nvPr/>
        </p:nvSpPr>
        <p:spPr>
          <a:xfrm flipH="1" flipV="1">
            <a:off x="2775996" y="3566277"/>
            <a:ext cx="122583" cy="587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B35642-E157-83BC-4378-9895649E7082}"/>
              </a:ext>
            </a:extLst>
          </p:cNvPr>
          <p:cNvSpPr/>
          <p:nvPr/>
        </p:nvSpPr>
        <p:spPr>
          <a:xfrm flipH="1" flipV="1">
            <a:off x="5672318" y="3557039"/>
            <a:ext cx="122583" cy="587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18899D-E8A7-C0F7-C700-355C320A2986}"/>
              </a:ext>
            </a:extLst>
          </p:cNvPr>
          <p:cNvGrpSpPr/>
          <p:nvPr/>
        </p:nvGrpSpPr>
        <p:grpSpPr>
          <a:xfrm rot="287349">
            <a:off x="9886509" y="2273960"/>
            <a:ext cx="1028662" cy="813259"/>
            <a:chOff x="7540889" y="1871197"/>
            <a:chExt cx="1438862" cy="1471384"/>
          </a:xfrm>
        </p:grpSpPr>
        <p:sp>
          <p:nvSpPr>
            <p:cNvPr id="3" name="Chord 2">
              <a:extLst>
                <a:ext uri="{FF2B5EF4-FFF2-40B4-BE49-F238E27FC236}">
                  <a16:creationId xmlns:a16="http://schemas.microsoft.com/office/drawing/2014/main" id="{20827578-CDBF-7D36-6686-943EB25E612C}"/>
                </a:ext>
              </a:extLst>
            </p:cNvPr>
            <p:cNvSpPr/>
            <p:nvPr/>
          </p:nvSpPr>
          <p:spPr>
            <a:xfrm rot="5400000">
              <a:off x="7346612" y="2353771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Chord 9">
              <a:extLst>
                <a:ext uri="{FF2B5EF4-FFF2-40B4-BE49-F238E27FC236}">
                  <a16:creationId xmlns:a16="http://schemas.microsoft.com/office/drawing/2014/main" id="{BC001AF3-FC65-5C76-0B55-F21FA14C288A}"/>
                </a:ext>
              </a:extLst>
            </p:cNvPr>
            <p:cNvSpPr/>
            <p:nvPr/>
          </p:nvSpPr>
          <p:spPr>
            <a:xfrm rot="5400000">
              <a:off x="7499012" y="2369538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hord 10">
              <a:extLst>
                <a:ext uri="{FF2B5EF4-FFF2-40B4-BE49-F238E27FC236}">
                  <a16:creationId xmlns:a16="http://schemas.microsoft.com/office/drawing/2014/main" id="{F1AE7595-67C3-B377-C17B-38DD51A657E6}"/>
                </a:ext>
              </a:extLst>
            </p:cNvPr>
            <p:cNvSpPr/>
            <p:nvPr/>
          </p:nvSpPr>
          <p:spPr>
            <a:xfrm rot="5400000">
              <a:off x="7651412" y="2343715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hord 11">
              <a:extLst>
                <a:ext uri="{FF2B5EF4-FFF2-40B4-BE49-F238E27FC236}">
                  <a16:creationId xmlns:a16="http://schemas.microsoft.com/office/drawing/2014/main" id="{449F553F-FA4E-2F18-CBA4-3205F4B6C74F}"/>
                </a:ext>
              </a:extLst>
            </p:cNvPr>
            <p:cNvSpPr/>
            <p:nvPr/>
          </p:nvSpPr>
          <p:spPr>
            <a:xfrm rot="5400000">
              <a:off x="7803812" y="2359084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hord 12">
              <a:extLst>
                <a:ext uri="{FF2B5EF4-FFF2-40B4-BE49-F238E27FC236}">
                  <a16:creationId xmlns:a16="http://schemas.microsoft.com/office/drawing/2014/main" id="{B5F407B4-3408-0D3D-C705-6C7CB3D414E7}"/>
                </a:ext>
              </a:extLst>
            </p:cNvPr>
            <p:cNvSpPr/>
            <p:nvPr/>
          </p:nvSpPr>
          <p:spPr>
            <a:xfrm rot="5400000">
              <a:off x="7956212" y="2360205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hord 13">
              <a:extLst>
                <a:ext uri="{FF2B5EF4-FFF2-40B4-BE49-F238E27FC236}">
                  <a16:creationId xmlns:a16="http://schemas.microsoft.com/office/drawing/2014/main" id="{8541C279-E7A9-C0AE-C29D-BAF9D314363F}"/>
                </a:ext>
              </a:extLst>
            </p:cNvPr>
            <p:cNvSpPr/>
            <p:nvPr/>
          </p:nvSpPr>
          <p:spPr>
            <a:xfrm rot="5400000">
              <a:off x="8108612" y="2462225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hord 14">
              <a:extLst>
                <a:ext uri="{FF2B5EF4-FFF2-40B4-BE49-F238E27FC236}">
                  <a16:creationId xmlns:a16="http://schemas.microsoft.com/office/drawing/2014/main" id="{B7CD8FE6-B5DF-43B9-1651-4A8C9351B3A8}"/>
                </a:ext>
              </a:extLst>
            </p:cNvPr>
            <p:cNvSpPr/>
            <p:nvPr/>
          </p:nvSpPr>
          <p:spPr>
            <a:xfrm rot="5400000">
              <a:off x="8228675" y="2592872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hord 15">
              <a:extLst>
                <a:ext uri="{FF2B5EF4-FFF2-40B4-BE49-F238E27FC236}">
                  <a16:creationId xmlns:a16="http://schemas.microsoft.com/office/drawing/2014/main" id="{061A5A0E-746E-98C7-ACF8-C1C8B3C60DDF}"/>
                </a:ext>
              </a:extLst>
            </p:cNvPr>
            <p:cNvSpPr/>
            <p:nvPr/>
          </p:nvSpPr>
          <p:spPr>
            <a:xfrm rot="5400000">
              <a:off x="7194212" y="2494566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hord 16">
              <a:extLst>
                <a:ext uri="{FF2B5EF4-FFF2-40B4-BE49-F238E27FC236}">
                  <a16:creationId xmlns:a16="http://schemas.microsoft.com/office/drawing/2014/main" id="{92A9438B-A3FB-B3CD-09D1-7FF530780687}"/>
                </a:ext>
              </a:extLst>
            </p:cNvPr>
            <p:cNvSpPr/>
            <p:nvPr/>
          </p:nvSpPr>
          <p:spPr>
            <a:xfrm rot="5400000">
              <a:off x="7068371" y="2682038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hord 17">
              <a:extLst>
                <a:ext uri="{FF2B5EF4-FFF2-40B4-BE49-F238E27FC236}">
                  <a16:creationId xmlns:a16="http://schemas.microsoft.com/office/drawing/2014/main" id="{82B66EF2-10FB-19B8-0B52-E9BC030F3A9C}"/>
                </a:ext>
              </a:extLst>
            </p:cNvPr>
            <p:cNvSpPr/>
            <p:nvPr/>
          </p:nvSpPr>
          <p:spPr>
            <a:xfrm rot="5400000">
              <a:off x="8324023" y="2686853"/>
              <a:ext cx="1128246" cy="183210"/>
            </a:xfrm>
            <a:prstGeom prst="chord">
              <a:avLst>
                <a:gd name="adj1" fmla="val 2700000"/>
                <a:gd name="adj2" fmla="val 188678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4787C2-EF29-3D3D-53AE-6EA9F352A514}"/>
                </a:ext>
              </a:extLst>
            </p:cNvPr>
            <p:cNvSpPr/>
            <p:nvPr/>
          </p:nvSpPr>
          <p:spPr>
            <a:xfrm>
              <a:off x="7617193" y="2549729"/>
              <a:ext cx="1246429" cy="374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Chord 3">
            <a:extLst>
              <a:ext uri="{FF2B5EF4-FFF2-40B4-BE49-F238E27FC236}">
                <a16:creationId xmlns:a16="http://schemas.microsoft.com/office/drawing/2014/main" id="{4B260A62-5384-F3CA-BE32-A97BD0199E82}"/>
              </a:ext>
            </a:extLst>
          </p:cNvPr>
          <p:cNvSpPr/>
          <p:nvPr/>
        </p:nvSpPr>
        <p:spPr>
          <a:xfrm rot="6723200">
            <a:off x="3416116" y="2693420"/>
            <a:ext cx="1291113" cy="1314754"/>
          </a:xfrm>
          <a:prstGeom prst="chord">
            <a:avLst>
              <a:gd name="adj1" fmla="val 2700000"/>
              <a:gd name="adj2" fmla="val 1623067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hord 1">
            <a:extLst>
              <a:ext uri="{FF2B5EF4-FFF2-40B4-BE49-F238E27FC236}">
                <a16:creationId xmlns:a16="http://schemas.microsoft.com/office/drawing/2014/main" id="{FA56AECB-E3B9-C209-F032-F98F7CC9AFF9}"/>
              </a:ext>
            </a:extLst>
          </p:cNvPr>
          <p:cNvSpPr/>
          <p:nvPr/>
        </p:nvSpPr>
        <p:spPr>
          <a:xfrm rot="6723200">
            <a:off x="4448848" y="3037263"/>
            <a:ext cx="796729" cy="810063"/>
          </a:xfrm>
          <a:prstGeom prst="chord">
            <a:avLst>
              <a:gd name="adj1" fmla="val 2700000"/>
              <a:gd name="adj2" fmla="val 1623067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DA265B17-7301-34DE-18C3-98F7F5A8EB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626619">
            <a:off x="3844302" y="2681648"/>
            <a:ext cx="1073073" cy="96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coral reef&#10;&#10;AI-generated content may be incorrect.">
            <a:extLst>
              <a:ext uri="{FF2B5EF4-FFF2-40B4-BE49-F238E27FC236}">
                <a16:creationId xmlns:a16="http://schemas.microsoft.com/office/drawing/2014/main" id="{E7EB5E25-1F9D-9797-4251-F00269A2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64" y="1234910"/>
            <a:ext cx="2326630" cy="1594328"/>
          </a:xfrm>
          <a:prstGeom prst="rect">
            <a:avLst/>
          </a:prstGeom>
        </p:spPr>
      </p:pic>
      <p:pic>
        <p:nvPicPr>
          <p:cNvPr id="3" name="Picture 2" descr="A cartoon of a coral reef&#10;&#10;AI-generated content may be incorrect.">
            <a:extLst>
              <a:ext uri="{FF2B5EF4-FFF2-40B4-BE49-F238E27FC236}">
                <a16:creationId xmlns:a16="http://schemas.microsoft.com/office/drawing/2014/main" id="{3C12FF15-26B8-98D7-E6A6-643C959F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96" y="1745363"/>
            <a:ext cx="1981457" cy="1282339"/>
          </a:xfrm>
          <a:prstGeom prst="rect">
            <a:avLst/>
          </a:prstGeom>
        </p:spPr>
      </p:pic>
      <p:pic>
        <p:nvPicPr>
          <p:cNvPr id="70" name="Picture 69" descr="Text&#10;&#10;Description automatically generated">
            <a:extLst>
              <a:ext uri="{FF2B5EF4-FFF2-40B4-BE49-F238E27FC236}">
                <a16:creationId xmlns:a16="http://schemas.microsoft.com/office/drawing/2014/main" id="{083C0428-2005-A673-1F22-C2967B567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096" y="3088742"/>
            <a:ext cx="2022434" cy="1326327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BE91D265-7CAF-4442-AFBC-59A126EABBCC}"/>
              </a:ext>
            </a:extLst>
          </p:cNvPr>
          <p:cNvSpPr txBox="1"/>
          <p:nvPr/>
        </p:nvSpPr>
        <p:spPr>
          <a:xfrm>
            <a:off x="2245696" y="1470406"/>
            <a:ext cx="74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Transparent, flexible sheet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A0C8C8C-2E00-B34A-8A6B-FE61264A7374}"/>
              </a:ext>
            </a:extLst>
          </p:cNvPr>
          <p:cNvSpPr txBox="1"/>
          <p:nvPr/>
        </p:nvSpPr>
        <p:spPr>
          <a:xfrm>
            <a:off x="2104334" y="2233844"/>
            <a:ext cx="8600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O</a:t>
            </a:r>
            <a:r>
              <a:rPr lang="en-US" sz="700" baseline="-25000" dirty="0">
                <a:latin typeface="Helvetica" pitchFamily="2" charset="0"/>
              </a:rPr>
              <a:t>2</a:t>
            </a:r>
            <a:r>
              <a:rPr lang="en-US" sz="700" dirty="0">
                <a:latin typeface="Helvetica" pitchFamily="2" charset="0"/>
              </a:rPr>
              <a:t> probe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958E1C2-AC4F-F446-98EC-7199AEEDD16B}"/>
              </a:ext>
            </a:extLst>
          </p:cNvPr>
          <p:cNvSpPr txBox="1"/>
          <p:nvPr/>
        </p:nvSpPr>
        <p:spPr>
          <a:xfrm>
            <a:off x="2323967" y="2378464"/>
            <a:ext cx="6370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Weight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757133B-365E-7847-86AE-0CE41A53F158}"/>
              </a:ext>
            </a:extLst>
          </p:cNvPr>
          <p:cNvSpPr txBox="1"/>
          <p:nvPr/>
        </p:nvSpPr>
        <p:spPr>
          <a:xfrm>
            <a:off x="2297797" y="1729073"/>
            <a:ext cx="71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Temp &amp; light probe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96865EE-1DC1-E44C-A2D9-A2C02AC50F2A}"/>
              </a:ext>
            </a:extLst>
          </p:cNvPr>
          <p:cNvSpPr txBox="1"/>
          <p:nvPr/>
        </p:nvSpPr>
        <p:spPr>
          <a:xfrm>
            <a:off x="2260546" y="1978569"/>
            <a:ext cx="10377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Solid cylinder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B3E1DC-B7F4-47C5-670E-5821E2EB5399}"/>
              </a:ext>
            </a:extLst>
          </p:cNvPr>
          <p:cNvCxnSpPr>
            <a:cxnSpLocks/>
          </p:cNvCxnSpPr>
          <p:nvPr/>
        </p:nvCxnSpPr>
        <p:spPr>
          <a:xfrm flipH="1">
            <a:off x="2910075" y="2215074"/>
            <a:ext cx="19136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F33D01-416C-FFBA-A32D-CDCF71ECACA9}"/>
              </a:ext>
            </a:extLst>
          </p:cNvPr>
          <p:cNvCxnSpPr>
            <a:cxnSpLocks/>
          </p:cNvCxnSpPr>
          <p:nvPr/>
        </p:nvCxnSpPr>
        <p:spPr>
          <a:xfrm flipH="1">
            <a:off x="2899314" y="2341916"/>
            <a:ext cx="2899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9095047-FE4E-478B-6A38-29EA70358CBE}"/>
              </a:ext>
            </a:extLst>
          </p:cNvPr>
          <p:cNvSpPr txBox="1"/>
          <p:nvPr/>
        </p:nvSpPr>
        <p:spPr>
          <a:xfrm>
            <a:off x="2240052" y="2106207"/>
            <a:ext cx="7266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Ratchet strap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E82EF9A-E520-212C-33D3-884E1F875A8E}"/>
              </a:ext>
            </a:extLst>
          </p:cNvPr>
          <p:cNvCxnSpPr>
            <a:cxnSpLocks/>
          </p:cNvCxnSpPr>
          <p:nvPr/>
        </p:nvCxnSpPr>
        <p:spPr>
          <a:xfrm flipH="1">
            <a:off x="2899314" y="2081935"/>
            <a:ext cx="2899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1FC0714-9156-8161-2429-489F9E8370B7}"/>
              </a:ext>
            </a:extLst>
          </p:cNvPr>
          <p:cNvCxnSpPr>
            <a:cxnSpLocks/>
          </p:cNvCxnSpPr>
          <p:nvPr/>
        </p:nvCxnSpPr>
        <p:spPr>
          <a:xfrm flipH="1">
            <a:off x="2903034" y="1639886"/>
            <a:ext cx="59385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2EFFD9A-3527-6DEC-C9F2-8E873A2F02E0}"/>
              </a:ext>
            </a:extLst>
          </p:cNvPr>
          <p:cNvCxnSpPr>
            <a:cxnSpLocks/>
          </p:cNvCxnSpPr>
          <p:nvPr/>
        </p:nvCxnSpPr>
        <p:spPr>
          <a:xfrm flipH="1">
            <a:off x="2899314" y="2474009"/>
            <a:ext cx="10779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DF21295-7E84-937C-6366-E42CED4F45D2}"/>
              </a:ext>
            </a:extLst>
          </p:cNvPr>
          <p:cNvCxnSpPr>
            <a:cxnSpLocks/>
          </p:cNvCxnSpPr>
          <p:nvPr/>
        </p:nvCxnSpPr>
        <p:spPr>
          <a:xfrm flipH="1">
            <a:off x="2903034" y="1890218"/>
            <a:ext cx="3952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31C286-06BA-E0EF-CF67-DD9F7C057DDE}"/>
              </a:ext>
            </a:extLst>
          </p:cNvPr>
          <p:cNvCxnSpPr>
            <a:cxnSpLocks/>
          </p:cNvCxnSpPr>
          <p:nvPr/>
        </p:nvCxnSpPr>
        <p:spPr>
          <a:xfrm>
            <a:off x="3195746" y="2589933"/>
            <a:ext cx="1609640" cy="0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9FF463-A93D-A155-697D-E73116E7B90A}"/>
              </a:ext>
            </a:extLst>
          </p:cNvPr>
          <p:cNvSpPr txBox="1"/>
          <p:nvPr/>
        </p:nvSpPr>
        <p:spPr>
          <a:xfrm>
            <a:off x="3589213" y="2562361"/>
            <a:ext cx="6370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Helvetica" pitchFamily="2" charset="0"/>
              </a:rPr>
              <a:t>60cm</a:t>
            </a:r>
          </a:p>
        </p:txBody>
      </p:sp>
    </p:spTree>
    <p:extLst>
      <p:ext uri="{BB962C8B-B14F-4D97-AF65-F5344CB8AC3E}">
        <p14:creationId xmlns:p14="http://schemas.microsoft.com/office/powerpoint/2010/main" val="237516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62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McWilliam</dc:creator>
  <cp:lastModifiedBy>Michael McWilliam</cp:lastModifiedBy>
  <cp:revision>45</cp:revision>
  <dcterms:created xsi:type="dcterms:W3CDTF">2022-03-09T23:59:18Z</dcterms:created>
  <dcterms:modified xsi:type="dcterms:W3CDTF">2025-11-17T23:00:22Z</dcterms:modified>
</cp:coreProperties>
</file>